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MedTech ERP — Workflow Screens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Each slide contains a screenshot with a short workflow description.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</a:t>
            </a:r>
          </a:p>
        </p:txBody>
      </p:sp>
      <p:pic>
        <p:nvPicPr>
          <p:cNvPr id="3" name="Picture 2" descr="Screenshot from 2026-02-26 14-18-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 — Create a Device Master (Product): define the base product record (Sales/Purchase, pricing, taxes, internal notes). This becomes the single source of truth for commercial and technical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</a:t>
            </a:r>
          </a:p>
        </p:txBody>
      </p:sp>
      <p:pic>
        <p:nvPicPr>
          <p:cNvPr id="3" name="Picture 2" descr="Screenshot from 2026-02-26 14-19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2 — Flag as Medical Device: in the Medical Device Info tab, mark the product as a regulated medical device to unlock compliance fields and downstream traceability objects.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</a:t>
            </a:r>
          </a:p>
        </p:txBody>
      </p:sp>
      <p:pic>
        <p:nvPicPr>
          <p:cNvPr id="3" name="Picture 2" descr="Screenshot from 2026-02-26 14-19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3 — Populate Product Master Data: enter device name, price/cost, and supporting description. This is the record that sales, procurement, and inventory will reference.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</a:t>
            </a:r>
          </a:p>
        </p:txBody>
      </p:sp>
      <p:pic>
        <p:nvPicPr>
          <p:cNvPr id="3" name="Picture 2" descr="Screenshot from 2026-02-26 14-19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4 — Capture Regulatory Attributes: set device family, risk class, UDI-DI, and intended use. These fields drive UDI registry, DHR compilation, and compliance reporting.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</a:t>
            </a:r>
          </a:p>
        </p:txBody>
      </p:sp>
      <p:pic>
        <p:nvPicPr>
          <p:cNvPr id="3" name="Picture 2" descr="Screenshot from 2026-02-26 14-19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5 — Create UDI Registry Entries: generate/maintain UDI records (UDI-DI + UDI-PI) for each produced unit or lot/serial. This anchors end-to-end traceability.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</a:t>
            </a:r>
          </a:p>
        </p:txBody>
      </p:sp>
      <p:pic>
        <p:nvPicPr>
          <p:cNvPr id="3" name="Picture 2" descr="Screenshot from 2026-02-26 14-19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6 — Review a UDI Record: confirm UDI-PI, serial, manufacturing and expiry dates, and current status. This is what you trace during investigations, recalls, and audits.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7</a:t>
            </a:r>
          </a:p>
        </p:txBody>
      </p:sp>
      <p:pic>
        <p:nvPicPr>
          <p:cNvPr id="3" name="Picture 2" descr="Screenshot from 2026-02-26 14-19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7 — View Device History Records (DHR) List: each manufactured unit/lot gets a DHR. Status (e.g., Approved) indicates the batch record is complete and audit-ready.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8</a:t>
            </a:r>
          </a:p>
        </p:txBody>
      </p:sp>
      <p:pic>
        <p:nvPicPr>
          <p:cNvPr id="3" name="Picture 2" descr="Screenshot from 2026-02-26 14-19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8 — DHR: Components &amp; Genealogy: link consumed components and genealogy to prove exactly what went into the unit/lot (backward traceability).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9</a:t>
            </a:r>
          </a:p>
        </p:txBody>
      </p:sp>
      <p:pic>
        <p:nvPicPr>
          <p:cNvPr id="3" name="Picture 2" descr="Screenshot from 2026-02-26 14-19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9 — DHR: Distribution: capture customer/ship references and distribution evidence to enable forward traceability and targeted recall execution.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10</a:t>
            </a:r>
          </a:p>
        </p:txBody>
      </p:sp>
      <p:pic>
        <p:nvPicPr>
          <p:cNvPr id="3" name="Picture 2" descr="Screenshot from 2026-02-26 14-19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10 — DHR: Compilation: record who compiled the DHR and when. This is the governance checkpoint before moving to Approved.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11</a:t>
            </a:r>
          </a:p>
        </p:txBody>
      </p:sp>
      <p:pic>
        <p:nvPicPr>
          <p:cNvPr id="3" name="Picture 2" descr="Screenshot from 2026-02-26 14-19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11 — CAPA Dashboard: monitor corrective and preventive actions (open, overdue, approvals, effectiveness checks). This is the control tower for quality remediation.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12</a:t>
            </a:r>
          </a:p>
        </p:txBody>
      </p:sp>
      <p:pic>
        <p:nvPicPr>
          <p:cNvPr id="3" name="Picture 2" descr="Screenshot from 2026-02-26 14-19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12 — Recall Management: create recall events and associate impacted UDIs/lots. Used for regulatory notifications, customer communications, and closure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13</a:t>
            </a:r>
          </a:p>
        </p:txBody>
      </p:sp>
      <p:pic>
        <p:nvPicPr>
          <p:cNvPr id="3" name="Picture 2" descr="Screenshot from 2026-02-26 14-19-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13 — Quarantine Management: quarantine lots/serials to block movement/sales while investigation is ongoing. Controls risk exposure immediately.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14</a:t>
            </a:r>
          </a:p>
        </p:txBody>
      </p:sp>
      <p:pic>
        <p:nvPicPr>
          <p:cNvPr id="3" name="Picture 2" descr="Screenshot from 2026-02-26 14-20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14 — Vendor Certification: maintain supplier certificates (type, number, issuing authority, validity dates). Enforce purchasing gates based on compliance status.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15</a:t>
            </a:r>
          </a:p>
        </p:txBody>
      </p:sp>
      <p:pic>
        <p:nvPicPr>
          <p:cNvPr id="3" name="Picture 2" descr="Screenshot from 2026-02-26 14-20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15 — Field Service Visits: plan and track onsite service by device serial/lot, customer, technician, and visit outcomes (service compliance + traceability).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16</a:t>
            </a:r>
          </a:p>
        </p:txBody>
      </p:sp>
      <p:pic>
        <p:nvPicPr>
          <p:cNvPr id="3" name="Picture 2" descr="Screenshot from 2026-02-26 14-20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16 — Maintenance Plans: schedule preventive maintenance per device and customer, with frequency and next service date to reduce failures and support compliance.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17</a:t>
            </a:r>
          </a:p>
        </p:txBody>
      </p:sp>
      <p:pic>
        <p:nvPicPr>
          <p:cNvPr id="3" name="Picture 2" descr="Screenshot from 2026-02-26 14-20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17 — Audit Trail (Log): system-level record of who did what and when across compliance models (UDI, DHR, CAPA, nonconformance). Essential for audits.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18</a:t>
            </a:r>
          </a:p>
        </p:txBody>
      </p:sp>
      <p:pic>
        <p:nvPicPr>
          <p:cNvPr id="3" name="Picture 2" descr="Screenshot from 2026-02-26 14-20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18 — Audit Trail Detail: view the exact create/update payload (old/new values). This is your forensic evidence for auditors and internal investigations.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19</a:t>
            </a:r>
          </a:p>
        </p:txBody>
      </p:sp>
      <p:pic>
        <p:nvPicPr>
          <p:cNvPr id="3" name="Picture 2" descr="Screenshot from 2026-02-26 14-20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4552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6928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>
                <a:latin typeface="Calibri"/>
              </a:rPr>
              <a:t>Step 19 — Approval History: centralized history of approvals across workflows. Useful for governance reporting and demonstrating controlled processes.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